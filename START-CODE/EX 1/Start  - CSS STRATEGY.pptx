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4660"/>
  </p:normalViewPr>
  <p:slideViewPr>
    <p:cSldViewPr snapToGrid="0">
      <p:cViewPr>
        <p:scale>
          <a:sx n="75" d="100"/>
          <a:sy n="75" d="100"/>
        </p:scale>
        <p:origin x="110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DC33EC-92D3-5B0A-EA48-733FB1BE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7827"/>
            <a:ext cx="12192000" cy="50760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0D8706-F4A8-983E-D2A2-767CDB3E798C}"/>
              </a:ext>
            </a:extLst>
          </p:cNvPr>
          <p:cNvCxnSpPr/>
          <p:nvPr/>
        </p:nvCxnSpPr>
        <p:spPr>
          <a:xfrm>
            <a:off x="1469292" y="3147827"/>
            <a:ext cx="0" cy="5076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36C38D-3A8A-DF92-2960-9E64154F6C72}"/>
              </a:ext>
            </a:extLst>
          </p:cNvPr>
          <p:cNvCxnSpPr/>
          <p:nvPr/>
        </p:nvCxnSpPr>
        <p:spPr>
          <a:xfrm>
            <a:off x="4450861" y="3147827"/>
            <a:ext cx="0" cy="5076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84CFB9-2109-885A-B08A-B51DF01F190B}"/>
              </a:ext>
            </a:extLst>
          </p:cNvPr>
          <p:cNvCxnSpPr/>
          <p:nvPr/>
        </p:nvCxnSpPr>
        <p:spPr>
          <a:xfrm>
            <a:off x="7432430" y="3147827"/>
            <a:ext cx="0" cy="5076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DE49D6-2613-3A5F-59C8-99EF0282FBFC}"/>
              </a:ext>
            </a:extLst>
          </p:cNvPr>
          <p:cNvCxnSpPr/>
          <p:nvPr/>
        </p:nvCxnSpPr>
        <p:spPr>
          <a:xfrm>
            <a:off x="10906368" y="3147827"/>
            <a:ext cx="0" cy="5076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2F571A3-7EB5-C3C9-0FFA-315E7F5DDC6D}"/>
              </a:ext>
            </a:extLst>
          </p:cNvPr>
          <p:cNvSpPr/>
          <p:nvPr/>
        </p:nvSpPr>
        <p:spPr>
          <a:xfrm>
            <a:off x="-1" y="3655436"/>
            <a:ext cx="1469287" cy="507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367424-1A6A-261D-EB7B-13D34C6A4DA2}"/>
              </a:ext>
            </a:extLst>
          </p:cNvPr>
          <p:cNvSpPr/>
          <p:nvPr/>
        </p:nvSpPr>
        <p:spPr>
          <a:xfrm>
            <a:off x="4450854" y="3660188"/>
            <a:ext cx="2981569" cy="5076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Menu-Bar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7FA280-B94D-2B4D-211E-382267F1B61D}"/>
              </a:ext>
            </a:extLst>
          </p:cNvPr>
          <p:cNvSpPr/>
          <p:nvPr/>
        </p:nvSpPr>
        <p:spPr>
          <a:xfrm>
            <a:off x="10906368" y="3655436"/>
            <a:ext cx="1285632" cy="5076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E14A15-FB0C-B746-8A6B-A8E2FED71B77}"/>
              </a:ext>
            </a:extLst>
          </p:cNvPr>
          <p:cNvSpPr/>
          <p:nvPr/>
        </p:nvSpPr>
        <p:spPr>
          <a:xfrm>
            <a:off x="-1" y="2689259"/>
            <a:ext cx="12192001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56E56C-C407-222C-96B1-49D42D5B841A}"/>
              </a:ext>
            </a:extLst>
          </p:cNvPr>
          <p:cNvSpPr txBox="1"/>
          <p:nvPr/>
        </p:nvSpPr>
        <p:spPr>
          <a:xfrm>
            <a:off x="3796595" y="504748"/>
            <a:ext cx="45988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Identifying</a:t>
            </a:r>
            <a:r>
              <a:rPr lang="en-US" sz="3000" dirty="0"/>
              <a:t> Navigation-Bar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022CC0-60A9-2760-D655-A82AB4B4E250}"/>
              </a:ext>
            </a:extLst>
          </p:cNvPr>
          <p:cNvCxnSpPr>
            <a:cxnSpLocks/>
          </p:cNvCxnSpPr>
          <p:nvPr/>
        </p:nvCxnSpPr>
        <p:spPr>
          <a:xfrm>
            <a:off x="-1" y="4424898"/>
            <a:ext cx="146928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E8F0A7E-7E28-53DF-3E4F-60C68CFCC720}"/>
              </a:ext>
            </a:extLst>
          </p:cNvPr>
          <p:cNvCxnSpPr>
            <a:cxnSpLocks/>
          </p:cNvCxnSpPr>
          <p:nvPr/>
        </p:nvCxnSpPr>
        <p:spPr>
          <a:xfrm>
            <a:off x="4450854" y="4424898"/>
            <a:ext cx="29815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552A53-08C8-7B0F-91D3-4516F6340C68}"/>
              </a:ext>
            </a:extLst>
          </p:cNvPr>
          <p:cNvCxnSpPr>
            <a:cxnSpLocks/>
          </p:cNvCxnSpPr>
          <p:nvPr/>
        </p:nvCxnSpPr>
        <p:spPr>
          <a:xfrm>
            <a:off x="10906368" y="4424898"/>
            <a:ext cx="12856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3374BF4-E206-E3CA-04EB-DE216AB6463F}"/>
              </a:ext>
            </a:extLst>
          </p:cNvPr>
          <p:cNvSpPr txBox="1"/>
          <p:nvPr/>
        </p:nvSpPr>
        <p:spPr>
          <a:xfrm>
            <a:off x="-1" y="4557191"/>
            <a:ext cx="1818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Display: flex</a:t>
            </a:r>
          </a:p>
          <a:p>
            <a:r>
              <a:rPr lang="en-US" sz="1400" dirty="0"/>
              <a:t>Flex-direction: row;</a:t>
            </a:r>
          </a:p>
          <a:p>
            <a:r>
              <a:rPr lang="en-US" sz="1400" dirty="0"/>
              <a:t>Justify-content: center</a:t>
            </a:r>
          </a:p>
          <a:p>
            <a:r>
              <a:rPr lang="en-US" sz="1400" dirty="0"/>
              <a:t>Align-items: center;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901BB1-231C-0C67-7B7E-942E78A8192C}"/>
              </a:ext>
            </a:extLst>
          </p:cNvPr>
          <p:cNvSpPr txBox="1"/>
          <p:nvPr/>
        </p:nvSpPr>
        <p:spPr>
          <a:xfrm>
            <a:off x="4450854" y="4557191"/>
            <a:ext cx="1818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Display: flex</a:t>
            </a:r>
          </a:p>
          <a:p>
            <a:r>
              <a:rPr lang="en-US" sz="1400" dirty="0"/>
              <a:t>Flex-direction: row;</a:t>
            </a:r>
          </a:p>
          <a:p>
            <a:r>
              <a:rPr lang="en-US" sz="1400" dirty="0"/>
              <a:t>Justify-content: center</a:t>
            </a:r>
          </a:p>
          <a:p>
            <a:r>
              <a:rPr lang="en-US" sz="1400" dirty="0"/>
              <a:t>Align-items: center;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7B4CAA-90C5-4D56-D330-286EABCA4860}"/>
              </a:ext>
            </a:extLst>
          </p:cNvPr>
          <p:cNvSpPr txBox="1"/>
          <p:nvPr/>
        </p:nvSpPr>
        <p:spPr>
          <a:xfrm>
            <a:off x="10506989" y="4557191"/>
            <a:ext cx="1818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Display: flex </a:t>
            </a:r>
          </a:p>
          <a:p>
            <a:r>
              <a:rPr lang="en-US" sz="1400" dirty="0"/>
              <a:t>Flex-direction: row;</a:t>
            </a:r>
          </a:p>
          <a:p>
            <a:r>
              <a:rPr lang="en-US" sz="1400" dirty="0"/>
              <a:t>Justify-content: center</a:t>
            </a:r>
          </a:p>
          <a:p>
            <a:r>
              <a:rPr lang="en-US" sz="1400" dirty="0"/>
              <a:t>Align-items: center;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C88D94-0980-8E22-5423-298B83B0C4C5}"/>
              </a:ext>
            </a:extLst>
          </p:cNvPr>
          <p:cNvSpPr txBox="1"/>
          <p:nvPr/>
        </p:nvSpPr>
        <p:spPr>
          <a:xfrm>
            <a:off x="974139" y="5690001"/>
            <a:ext cx="10373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Navigation-Bar is divided into 3 parts; Platform title, Menu-Bar, Tools. Each part are displayed in flexbox, justified and aligned at the center.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F954813-4129-DFAB-06BC-DF756A66D687}"/>
              </a:ext>
            </a:extLst>
          </p:cNvPr>
          <p:cNvCxnSpPr>
            <a:cxnSpLocks/>
          </p:cNvCxnSpPr>
          <p:nvPr/>
        </p:nvCxnSpPr>
        <p:spPr>
          <a:xfrm>
            <a:off x="132080" y="2369121"/>
            <a:ext cx="1205992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BE65458-E4F3-97A9-826C-02BD8A323875}"/>
              </a:ext>
            </a:extLst>
          </p:cNvPr>
          <p:cNvSpPr txBox="1"/>
          <p:nvPr/>
        </p:nvSpPr>
        <p:spPr>
          <a:xfrm>
            <a:off x="4559528" y="1443415"/>
            <a:ext cx="3419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display: flex;</a:t>
            </a:r>
          </a:p>
          <a:p>
            <a:r>
              <a:rPr lang="en-US" dirty="0"/>
              <a:t>Flex-direction: row;</a:t>
            </a:r>
          </a:p>
          <a:p>
            <a:r>
              <a:rPr lang="en-US" dirty="0"/>
              <a:t>justify-content: space-between;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2428-FEEB-DA9C-5586-ABD6DC7B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59A043A-532C-707F-A329-8145D4A58B9B}"/>
              </a:ext>
            </a:extLst>
          </p:cNvPr>
          <p:cNvSpPr txBox="1"/>
          <p:nvPr/>
        </p:nvSpPr>
        <p:spPr>
          <a:xfrm>
            <a:off x="3796595" y="504748"/>
            <a:ext cx="45988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Identifying</a:t>
            </a:r>
            <a:r>
              <a:rPr lang="en-US" sz="3000" dirty="0"/>
              <a:t> Content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05B98B-034D-F39C-3B14-30953E308BD9}"/>
              </a:ext>
            </a:extLst>
          </p:cNvPr>
          <p:cNvGrpSpPr/>
          <p:nvPr/>
        </p:nvGrpSpPr>
        <p:grpSpPr>
          <a:xfrm>
            <a:off x="1380948" y="1888964"/>
            <a:ext cx="9194741" cy="4083573"/>
            <a:chOff x="1392523" y="1738493"/>
            <a:chExt cx="9194741" cy="408357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714DA69-83D1-6D93-86AD-17F4E6DE06CC}"/>
                </a:ext>
              </a:extLst>
            </p:cNvPr>
            <p:cNvGrpSpPr/>
            <p:nvPr/>
          </p:nvGrpSpPr>
          <p:grpSpPr>
            <a:xfrm>
              <a:off x="2480855" y="1738493"/>
              <a:ext cx="5612438" cy="4083573"/>
              <a:chOff x="2480855" y="1738493"/>
              <a:chExt cx="5612438" cy="408357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E21DC00-11D8-95D3-F3F2-24037864E9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08487" y="1738493"/>
                <a:ext cx="5484806" cy="4050871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DF3B45-CC01-5B0E-8EF4-8FF5FEE76680}"/>
                  </a:ext>
                </a:extLst>
              </p:cNvPr>
              <p:cNvSpPr txBox="1"/>
              <p:nvPr/>
            </p:nvSpPr>
            <p:spPr>
              <a:xfrm>
                <a:off x="2480855" y="3247036"/>
                <a:ext cx="1151710" cy="25750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961D24-FE12-0506-7D70-2B5F3D6BDD8F}"/>
                  </a:ext>
                </a:extLst>
              </p:cNvPr>
              <p:cNvSpPr txBox="1"/>
              <p:nvPr/>
            </p:nvSpPr>
            <p:spPr>
              <a:xfrm>
                <a:off x="3835715" y="3247036"/>
                <a:ext cx="4162392" cy="25750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730C8D-2188-7C8E-FD26-9E79091C274C}"/>
                  </a:ext>
                </a:extLst>
              </p:cNvPr>
              <p:cNvSpPr txBox="1"/>
              <p:nvPr/>
            </p:nvSpPr>
            <p:spPr>
              <a:xfrm>
                <a:off x="2651290" y="1738493"/>
                <a:ext cx="5399199" cy="125476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368395-7A28-EDC4-4225-620D62AE191A}"/>
                </a:ext>
              </a:extLst>
            </p:cNvPr>
            <p:cNvSpPr txBox="1"/>
            <p:nvPr/>
          </p:nvSpPr>
          <p:spPr>
            <a:xfrm>
              <a:off x="1392523" y="4337863"/>
              <a:ext cx="1753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Side-Bar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6F9E1C-20E9-F723-BEDD-87AD1F330C56}"/>
                </a:ext>
              </a:extLst>
            </p:cNvPr>
            <p:cNvSpPr txBox="1"/>
            <p:nvPr/>
          </p:nvSpPr>
          <p:spPr>
            <a:xfrm>
              <a:off x="8136096" y="2181208"/>
              <a:ext cx="2451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Header/Content title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A5E06F-08D9-23CA-EFA5-11C776FE9A52}"/>
                </a:ext>
              </a:extLst>
            </p:cNvPr>
            <p:cNvSpPr txBox="1"/>
            <p:nvPr/>
          </p:nvSpPr>
          <p:spPr>
            <a:xfrm>
              <a:off x="8058244" y="4337863"/>
              <a:ext cx="1753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Main-Content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B089E8-4513-740E-66EA-972CE85EEF74}"/>
              </a:ext>
            </a:extLst>
          </p:cNvPr>
          <p:cNvCxnSpPr/>
          <p:nvPr/>
        </p:nvCxnSpPr>
        <p:spPr>
          <a:xfrm>
            <a:off x="2596912" y="1701478"/>
            <a:ext cx="53896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F9DE15-52D6-A66A-4C0D-4C39425A022F}"/>
              </a:ext>
            </a:extLst>
          </p:cNvPr>
          <p:cNvCxnSpPr>
            <a:cxnSpLocks/>
          </p:cNvCxnSpPr>
          <p:nvPr/>
        </p:nvCxnSpPr>
        <p:spPr>
          <a:xfrm>
            <a:off x="3796595" y="6182810"/>
            <a:ext cx="42500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4AA8555-D4B7-4AD8-7A5F-C6D625ED4185}"/>
              </a:ext>
            </a:extLst>
          </p:cNvPr>
          <p:cNvCxnSpPr>
            <a:cxnSpLocks/>
          </p:cNvCxnSpPr>
          <p:nvPr/>
        </p:nvCxnSpPr>
        <p:spPr>
          <a:xfrm>
            <a:off x="2469280" y="6182810"/>
            <a:ext cx="11517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12824A6-FD3A-508E-804A-F777BD460F03}"/>
              </a:ext>
            </a:extLst>
          </p:cNvPr>
          <p:cNvSpPr txBox="1"/>
          <p:nvPr/>
        </p:nvSpPr>
        <p:spPr>
          <a:xfrm>
            <a:off x="4679557" y="1332146"/>
            <a:ext cx="13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Flex-grow: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C46459-1210-5260-4715-BE4D572F1DF8}"/>
              </a:ext>
            </a:extLst>
          </p:cNvPr>
          <p:cNvSpPr txBox="1"/>
          <p:nvPr/>
        </p:nvSpPr>
        <p:spPr>
          <a:xfrm>
            <a:off x="5291722" y="6274883"/>
            <a:ext cx="13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Flex-grow: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5981AA-C960-DEA4-C90E-6BEC3FF76AEC}"/>
              </a:ext>
            </a:extLst>
          </p:cNvPr>
          <p:cNvSpPr txBox="1"/>
          <p:nvPr/>
        </p:nvSpPr>
        <p:spPr>
          <a:xfrm>
            <a:off x="2444489" y="6274883"/>
            <a:ext cx="13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Flex-grow: 0</a:t>
            </a:r>
          </a:p>
        </p:txBody>
      </p:sp>
    </p:spTree>
    <p:extLst>
      <p:ext uri="{BB962C8B-B14F-4D97-AF65-F5344CB8AC3E}">
        <p14:creationId xmlns:p14="http://schemas.microsoft.com/office/powerpoint/2010/main" val="46981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19D9-EE36-27F2-1320-C9E1C4BCC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060179B-8D04-6547-5CC9-1E2A7380F9EE}"/>
              </a:ext>
            </a:extLst>
          </p:cNvPr>
          <p:cNvSpPr txBox="1"/>
          <p:nvPr/>
        </p:nvSpPr>
        <p:spPr>
          <a:xfrm>
            <a:off x="3796594" y="504748"/>
            <a:ext cx="49740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Identifying</a:t>
            </a:r>
            <a:r>
              <a:rPr lang="en-US" sz="3000" dirty="0"/>
              <a:t> Content - Header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9D39F2-3D7A-DAF8-4F94-6DDFCDEF7AF7}"/>
              </a:ext>
            </a:extLst>
          </p:cNvPr>
          <p:cNvGrpSpPr/>
          <p:nvPr/>
        </p:nvGrpSpPr>
        <p:grpSpPr>
          <a:xfrm>
            <a:off x="1083664" y="1881706"/>
            <a:ext cx="10024667" cy="1964655"/>
            <a:chOff x="1181812" y="1058746"/>
            <a:chExt cx="10024667" cy="19646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F342BD0-C775-6C13-C970-21F15E0E9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7064" y="1058746"/>
              <a:ext cx="8297871" cy="196465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D40003-338B-586F-D820-C7D0003D2BE4}"/>
                </a:ext>
              </a:extLst>
            </p:cNvPr>
            <p:cNvSpPr txBox="1"/>
            <p:nvPr/>
          </p:nvSpPr>
          <p:spPr>
            <a:xfrm>
              <a:off x="1947064" y="2570480"/>
              <a:ext cx="2167736" cy="4529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F806B0-F198-2701-45CD-DA24215CEF64}"/>
                </a:ext>
              </a:extLst>
            </p:cNvPr>
            <p:cNvSpPr txBox="1"/>
            <p:nvPr/>
          </p:nvSpPr>
          <p:spPr>
            <a:xfrm>
              <a:off x="8818880" y="1071012"/>
              <a:ext cx="1426055" cy="4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549CD9-2300-36BF-1527-EA173D521CB9}"/>
                </a:ext>
              </a:extLst>
            </p:cNvPr>
            <p:cNvSpPr txBox="1"/>
            <p:nvPr/>
          </p:nvSpPr>
          <p:spPr>
            <a:xfrm>
              <a:off x="1181812" y="2654069"/>
              <a:ext cx="765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Title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413188-7062-3CEB-653A-5C7EABEF4989}"/>
                </a:ext>
              </a:extLst>
            </p:cNvPr>
            <p:cNvSpPr txBox="1"/>
            <p:nvPr/>
          </p:nvSpPr>
          <p:spPr>
            <a:xfrm>
              <a:off x="10244934" y="1158880"/>
              <a:ext cx="961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Button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A4418BD-C05A-0ED5-8356-7587869E749E}"/>
              </a:ext>
            </a:extLst>
          </p:cNvPr>
          <p:cNvSpPr txBox="1"/>
          <p:nvPr/>
        </p:nvSpPr>
        <p:spPr>
          <a:xfrm>
            <a:off x="2808325" y="3913555"/>
            <a:ext cx="6575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Header is divided into 2 parts; title, button and is displayed in row. Each part are self aligned and justified to arrange its position.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3F596A-EF8F-07B4-331E-1062D32DC7C7}"/>
              </a:ext>
            </a:extLst>
          </p:cNvPr>
          <p:cNvGrpSpPr/>
          <p:nvPr/>
        </p:nvGrpSpPr>
        <p:grpSpPr>
          <a:xfrm>
            <a:off x="1848916" y="960794"/>
            <a:ext cx="8297870" cy="784830"/>
            <a:chOff x="1947064" y="2676245"/>
            <a:chExt cx="8297870" cy="78483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F78AD3-EF9B-A31A-2C78-682897FBC0FD}"/>
                </a:ext>
              </a:extLst>
            </p:cNvPr>
            <p:cNvCxnSpPr/>
            <p:nvPr/>
          </p:nvCxnSpPr>
          <p:spPr>
            <a:xfrm>
              <a:off x="1947064" y="3429000"/>
              <a:ext cx="829787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614399-BDDF-27AF-18A4-74B32B68858C}"/>
                </a:ext>
              </a:extLst>
            </p:cNvPr>
            <p:cNvSpPr txBox="1"/>
            <p:nvPr/>
          </p:nvSpPr>
          <p:spPr>
            <a:xfrm>
              <a:off x="5217159" y="2676245"/>
              <a:ext cx="2895600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Display: flex</a:t>
              </a:r>
            </a:p>
            <a:p>
              <a:r>
                <a:rPr lang="en-US" sz="1500" dirty="0"/>
                <a:t>Flex-direction: row</a:t>
              </a:r>
            </a:p>
            <a:p>
              <a:r>
                <a:rPr lang="en-US" sz="1500" dirty="0"/>
                <a:t>Flex-grow: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779576-B535-CC09-49A5-0EC31DD207C3}"/>
              </a:ext>
            </a:extLst>
          </p:cNvPr>
          <p:cNvGrpSpPr/>
          <p:nvPr/>
        </p:nvGrpSpPr>
        <p:grpSpPr>
          <a:xfrm>
            <a:off x="3041108" y="5000598"/>
            <a:ext cx="2167736" cy="896608"/>
            <a:chOff x="2630066" y="4399534"/>
            <a:chExt cx="2167736" cy="89660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129BE2-FC01-B6B8-4A6D-0275E4FE28B5}"/>
                </a:ext>
              </a:extLst>
            </p:cNvPr>
            <p:cNvSpPr txBox="1"/>
            <p:nvPr/>
          </p:nvSpPr>
          <p:spPr>
            <a:xfrm>
              <a:off x="2630066" y="4399534"/>
              <a:ext cx="605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Title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096E3-9FA7-EA47-86A9-D29AA6B623D6}"/>
                </a:ext>
              </a:extLst>
            </p:cNvPr>
            <p:cNvSpPr txBox="1"/>
            <p:nvPr/>
          </p:nvSpPr>
          <p:spPr>
            <a:xfrm>
              <a:off x="2630066" y="4742144"/>
              <a:ext cx="216773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Align-self: flex-end;</a:t>
              </a:r>
            </a:p>
            <a:p>
              <a:r>
                <a:rPr lang="en-US" sz="1500" dirty="0"/>
                <a:t>Justify-self: flex-start;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06E060-F66C-CC25-F828-CC65913D293E}"/>
              </a:ext>
            </a:extLst>
          </p:cNvPr>
          <p:cNvGrpSpPr/>
          <p:nvPr/>
        </p:nvGrpSpPr>
        <p:grpSpPr>
          <a:xfrm>
            <a:off x="7636864" y="4990521"/>
            <a:ext cx="2167736" cy="906685"/>
            <a:chOff x="8778239" y="4399534"/>
            <a:chExt cx="2167736" cy="90668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4A7B8EC-8B9A-F554-1289-2DFCEEAEECAE}"/>
                </a:ext>
              </a:extLst>
            </p:cNvPr>
            <p:cNvSpPr txBox="1"/>
            <p:nvPr/>
          </p:nvSpPr>
          <p:spPr>
            <a:xfrm>
              <a:off x="8778239" y="4399534"/>
              <a:ext cx="1133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Button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0F5C577-A82F-DF90-EBE7-04780130BC11}"/>
                </a:ext>
              </a:extLst>
            </p:cNvPr>
            <p:cNvSpPr txBox="1"/>
            <p:nvPr/>
          </p:nvSpPr>
          <p:spPr>
            <a:xfrm>
              <a:off x="8778239" y="4752221"/>
              <a:ext cx="216773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Align-self: flex-start;</a:t>
              </a:r>
            </a:p>
            <a:p>
              <a:r>
                <a:rPr lang="en-US" sz="1500" dirty="0"/>
                <a:t>Justify-self: flex-end;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42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F637-1A9F-E4A0-59EF-062117A3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CFA4304-9B08-1716-6667-5B71912AAA76}"/>
              </a:ext>
            </a:extLst>
          </p:cNvPr>
          <p:cNvSpPr txBox="1"/>
          <p:nvPr/>
        </p:nvSpPr>
        <p:spPr>
          <a:xfrm>
            <a:off x="3796594" y="504748"/>
            <a:ext cx="4942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Identifying </a:t>
            </a:r>
            <a:r>
              <a:rPr lang="en-US" sz="3000" dirty="0"/>
              <a:t>Content - </a:t>
            </a:r>
            <a:r>
              <a:rPr lang="en-US" sz="3000" dirty="0" err="1"/>
              <a:t>SideBar</a:t>
            </a:r>
            <a:endParaRPr lang="en-US" sz="3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049AED-3941-2646-FF9D-2AFBFA29F1A2}"/>
              </a:ext>
            </a:extLst>
          </p:cNvPr>
          <p:cNvGrpSpPr/>
          <p:nvPr/>
        </p:nvGrpSpPr>
        <p:grpSpPr>
          <a:xfrm>
            <a:off x="318855" y="1322906"/>
            <a:ext cx="11262001" cy="4942390"/>
            <a:chOff x="196935" y="1294063"/>
            <a:chExt cx="11262001" cy="49423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30ABB5C-5A0C-E072-7606-51586E79A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8171" y="1301814"/>
              <a:ext cx="2476846" cy="493463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CED9EA-AD2E-00E6-29DB-7F24C394DE6E}"/>
                </a:ext>
              </a:extLst>
            </p:cNvPr>
            <p:cNvSpPr/>
            <p:nvPr/>
          </p:nvSpPr>
          <p:spPr>
            <a:xfrm>
              <a:off x="5920449" y="1294063"/>
              <a:ext cx="3113590" cy="49423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24CFFA5-7C60-403B-E2A8-3FB1FD007BC5}"/>
                </a:ext>
              </a:extLst>
            </p:cNvPr>
            <p:cNvGrpSpPr/>
            <p:nvPr/>
          </p:nvGrpSpPr>
          <p:grpSpPr>
            <a:xfrm>
              <a:off x="5920449" y="1294063"/>
              <a:ext cx="3113590" cy="1169718"/>
              <a:chOff x="7182090" y="1301814"/>
              <a:chExt cx="3113590" cy="116971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02938F6-27B3-D44A-CF68-C1ACA7D87A08}"/>
                  </a:ext>
                </a:extLst>
              </p:cNvPr>
              <p:cNvSpPr/>
              <p:nvPr/>
            </p:nvSpPr>
            <p:spPr>
              <a:xfrm>
                <a:off x="7182090" y="1301814"/>
                <a:ext cx="3113590" cy="584859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Logo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5DA341C-EB75-40C3-941E-3E66FA331056}"/>
                  </a:ext>
                </a:extLst>
              </p:cNvPr>
              <p:cNvSpPr/>
              <p:nvPr/>
            </p:nvSpPr>
            <p:spPr>
              <a:xfrm>
                <a:off x="7182090" y="1886673"/>
                <a:ext cx="3113590" cy="5848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Button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00FA966-445C-7BDE-B1F6-4D190BD28B2C}"/>
                </a:ext>
              </a:extLst>
            </p:cNvPr>
            <p:cNvGrpSpPr/>
            <p:nvPr/>
          </p:nvGrpSpPr>
          <p:grpSpPr>
            <a:xfrm>
              <a:off x="5920449" y="2637400"/>
              <a:ext cx="3113590" cy="1169718"/>
              <a:chOff x="7182090" y="1301814"/>
              <a:chExt cx="3113590" cy="1169718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679F297-F6A3-3222-671E-C2F85CA4A6D8}"/>
                  </a:ext>
                </a:extLst>
              </p:cNvPr>
              <p:cNvSpPr/>
              <p:nvPr/>
            </p:nvSpPr>
            <p:spPr>
              <a:xfrm>
                <a:off x="7182090" y="1301814"/>
                <a:ext cx="3113590" cy="584859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Title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8D1D69F-21DA-969E-CB42-64D73F63426D}"/>
                  </a:ext>
                </a:extLst>
              </p:cNvPr>
              <p:cNvSpPr/>
              <p:nvPr/>
            </p:nvSpPr>
            <p:spPr>
              <a:xfrm>
                <a:off x="7182090" y="1886673"/>
                <a:ext cx="3113590" cy="5848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Code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2EC9BF4-D080-9B65-9338-6E263E0CC0C6}"/>
                </a:ext>
              </a:extLst>
            </p:cNvPr>
            <p:cNvGrpSpPr/>
            <p:nvPr/>
          </p:nvGrpSpPr>
          <p:grpSpPr>
            <a:xfrm>
              <a:off x="5920449" y="3980737"/>
              <a:ext cx="3113590" cy="2255716"/>
              <a:chOff x="7182090" y="1301814"/>
              <a:chExt cx="3113590" cy="116971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14F9EA-2CB4-E5F7-699B-85BFB391D443}"/>
                  </a:ext>
                </a:extLst>
              </p:cNvPr>
              <p:cNvSpPr/>
              <p:nvPr/>
            </p:nvSpPr>
            <p:spPr>
              <a:xfrm>
                <a:off x="7182090" y="1301814"/>
                <a:ext cx="3113590" cy="584859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44BF69F-C2B5-CDB3-3A35-00302523A014}"/>
                  </a:ext>
                </a:extLst>
              </p:cNvPr>
              <p:cNvSpPr/>
              <p:nvPr/>
            </p:nvSpPr>
            <p:spPr>
              <a:xfrm>
                <a:off x="7182090" y="1886673"/>
                <a:ext cx="3113590" cy="5848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Detail/Description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6D395C-F0E9-5B96-5C28-CEB5974E4174}"/>
                </a:ext>
              </a:extLst>
            </p:cNvPr>
            <p:cNvSpPr txBox="1"/>
            <p:nvPr/>
          </p:nvSpPr>
          <p:spPr>
            <a:xfrm>
              <a:off x="9225022" y="1694256"/>
              <a:ext cx="2233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Meeting Creation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D41DD1-A00D-0903-3773-E176C49CECF4}"/>
                </a:ext>
              </a:extLst>
            </p:cNvPr>
            <p:cNvSpPr txBox="1"/>
            <p:nvPr/>
          </p:nvSpPr>
          <p:spPr>
            <a:xfrm>
              <a:off x="9225022" y="2929829"/>
              <a:ext cx="2233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Class Code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E85D26-FABD-B370-146F-03BF44FD7CAF}"/>
                </a:ext>
              </a:extLst>
            </p:cNvPr>
            <p:cNvSpPr txBox="1"/>
            <p:nvPr/>
          </p:nvSpPr>
          <p:spPr>
            <a:xfrm>
              <a:off x="9225022" y="4923929"/>
              <a:ext cx="2233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Schedule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9A7FD6-4872-6C73-E170-CEE9F9D6B7FB}"/>
                </a:ext>
              </a:extLst>
            </p:cNvPr>
            <p:cNvSpPr txBox="1"/>
            <p:nvPr/>
          </p:nvSpPr>
          <p:spPr>
            <a:xfrm>
              <a:off x="196935" y="2975995"/>
              <a:ext cx="2361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Display: flex;</a:t>
              </a:r>
            </a:p>
            <a:p>
              <a:r>
                <a:rPr lang="en-US" dirty="0"/>
                <a:t>Flex-direction: column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D38711C-4C97-CE47-7CB7-BA3EFAF6E96C}"/>
                </a:ext>
              </a:extLst>
            </p:cNvPr>
            <p:cNvCxnSpPr/>
            <p:nvPr/>
          </p:nvCxnSpPr>
          <p:spPr>
            <a:xfrm>
              <a:off x="5081286" y="1694256"/>
              <a:ext cx="6944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20A89A6-39D0-A12A-962D-C1ED63956EF7}"/>
                </a:ext>
              </a:extLst>
            </p:cNvPr>
            <p:cNvCxnSpPr/>
            <p:nvPr/>
          </p:nvCxnSpPr>
          <p:spPr>
            <a:xfrm>
              <a:off x="5092860" y="3003641"/>
              <a:ext cx="6944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B77746-1C0D-B2A8-43F5-8377CF3A705F}"/>
                </a:ext>
              </a:extLst>
            </p:cNvPr>
            <p:cNvCxnSpPr>
              <a:cxnSpLocks/>
            </p:cNvCxnSpPr>
            <p:nvPr/>
          </p:nvCxnSpPr>
          <p:spPr>
            <a:xfrm>
              <a:off x="4120587" y="4594656"/>
              <a:ext cx="16551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45E8BF8-A6EE-D50F-0FE5-911F40DB708C}"/>
                </a:ext>
              </a:extLst>
            </p:cNvPr>
            <p:cNvCxnSpPr>
              <a:cxnSpLocks/>
            </p:cNvCxnSpPr>
            <p:nvPr/>
          </p:nvCxnSpPr>
          <p:spPr>
            <a:xfrm>
              <a:off x="4791919" y="4829974"/>
              <a:ext cx="983849" cy="5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F26D9E0-078C-B8B3-58B0-67A87FEEADE4}"/>
                </a:ext>
              </a:extLst>
            </p:cNvPr>
            <p:cNvCxnSpPr/>
            <p:nvPr/>
          </p:nvCxnSpPr>
          <p:spPr>
            <a:xfrm>
              <a:off x="5139159" y="2263344"/>
              <a:ext cx="6944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06F1697-0160-AB2F-53D5-1CCEC95C16F0}"/>
                </a:ext>
              </a:extLst>
            </p:cNvPr>
            <p:cNvCxnSpPr/>
            <p:nvPr/>
          </p:nvCxnSpPr>
          <p:spPr>
            <a:xfrm>
              <a:off x="5139159" y="3514688"/>
              <a:ext cx="6944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8FF5BC8-3674-4853-5B5A-91CA43FB9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2161" y="4923929"/>
              <a:ext cx="1701480" cy="366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113DAA-3E22-9C2D-8557-D8576EAC8701}"/>
                </a:ext>
              </a:extLst>
            </p:cNvPr>
            <p:cNvCxnSpPr>
              <a:cxnSpLocks/>
            </p:cNvCxnSpPr>
            <p:nvPr/>
          </p:nvCxnSpPr>
          <p:spPr>
            <a:xfrm>
              <a:off x="4803493" y="5525462"/>
              <a:ext cx="983849" cy="7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CE49E68-495E-FCED-5540-24BD2E8F6014}"/>
              </a:ext>
            </a:extLst>
          </p:cNvPr>
          <p:cNvSpPr txBox="1"/>
          <p:nvPr/>
        </p:nvSpPr>
        <p:spPr>
          <a:xfrm>
            <a:off x="3216960" y="6248548"/>
            <a:ext cx="2200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Flex-grow: 0;</a:t>
            </a:r>
          </a:p>
        </p:txBody>
      </p:sp>
    </p:spTree>
    <p:extLst>
      <p:ext uri="{BB962C8B-B14F-4D97-AF65-F5344CB8AC3E}">
        <p14:creationId xmlns:p14="http://schemas.microsoft.com/office/powerpoint/2010/main" val="4136608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AB39-5132-4E8B-1577-45DB9A44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74DCF77-B527-2BB2-82F1-3A744779C59F}"/>
              </a:ext>
            </a:extLst>
          </p:cNvPr>
          <p:cNvSpPr txBox="1"/>
          <p:nvPr/>
        </p:nvSpPr>
        <p:spPr>
          <a:xfrm>
            <a:off x="3142897" y="460269"/>
            <a:ext cx="59062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Identifying</a:t>
            </a:r>
            <a:r>
              <a:rPr lang="en-US" sz="3000" dirty="0"/>
              <a:t> Content - </a:t>
            </a:r>
            <a:r>
              <a:rPr lang="en-US" sz="3000" dirty="0" err="1"/>
              <a:t>MainContent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80C8B-53C9-01AD-5F45-B9ABC7430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568" y="1612413"/>
            <a:ext cx="6553961" cy="3633174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115EDC-FEA5-58F2-8E0F-CE1627F76240}"/>
              </a:ext>
            </a:extLst>
          </p:cNvPr>
          <p:cNvCxnSpPr/>
          <p:nvPr/>
        </p:nvCxnSpPr>
        <p:spPr>
          <a:xfrm>
            <a:off x="2074568" y="5484347"/>
            <a:ext cx="65539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A12A66-7338-0C7B-BF8D-7FAB775C405B}"/>
              </a:ext>
            </a:extLst>
          </p:cNvPr>
          <p:cNvSpPr txBox="1"/>
          <p:nvPr/>
        </p:nvSpPr>
        <p:spPr>
          <a:xfrm>
            <a:off x="4645428" y="5474401"/>
            <a:ext cx="141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Flex-grow: 1;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8C042-5F58-225E-1A60-6A71C9973BE8}"/>
              </a:ext>
            </a:extLst>
          </p:cNvPr>
          <p:cNvSpPr txBox="1"/>
          <p:nvPr/>
        </p:nvSpPr>
        <p:spPr>
          <a:xfrm>
            <a:off x="8904055" y="2922856"/>
            <a:ext cx="2361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Display: flex;</a:t>
            </a:r>
          </a:p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369350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6AF9-FB79-4920-0997-0B702393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E51B351-0506-E408-1F2A-FBC020AE2589}"/>
              </a:ext>
            </a:extLst>
          </p:cNvPr>
          <p:cNvSpPr txBox="1"/>
          <p:nvPr/>
        </p:nvSpPr>
        <p:spPr>
          <a:xfrm>
            <a:off x="3142897" y="460269"/>
            <a:ext cx="59062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Identifying</a:t>
            </a:r>
            <a:r>
              <a:rPr lang="en-US" sz="3000" dirty="0"/>
              <a:t> Content - </a:t>
            </a:r>
            <a:r>
              <a:rPr lang="en-US" sz="3000" dirty="0" err="1"/>
              <a:t>MainContent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DE10-9DE9-115E-9023-E727C2D6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28" y="1548913"/>
            <a:ext cx="6553961" cy="3633174"/>
          </a:xfrm>
          <a:prstGeom prst="rect">
            <a:avLst/>
          </a:prstGeom>
          <a:ln>
            <a:noFill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6662A0-0E50-EE4A-8AC5-988C257CFD30}"/>
              </a:ext>
            </a:extLst>
          </p:cNvPr>
          <p:cNvCxnSpPr>
            <a:cxnSpLocks/>
          </p:cNvCxnSpPr>
          <p:nvPr/>
        </p:nvCxnSpPr>
        <p:spPr>
          <a:xfrm>
            <a:off x="782320" y="1407647"/>
            <a:ext cx="6187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C906D1-FE7F-CB85-E222-EE76C4ABF9A6}"/>
              </a:ext>
            </a:extLst>
          </p:cNvPr>
          <p:cNvSpPr txBox="1"/>
          <p:nvPr/>
        </p:nvSpPr>
        <p:spPr>
          <a:xfrm>
            <a:off x="611528" y="1548913"/>
            <a:ext cx="6358232" cy="646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9A77A-9F48-086E-C477-C2E73D52787F}"/>
              </a:ext>
            </a:extLst>
          </p:cNvPr>
          <p:cNvSpPr txBox="1"/>
          <p:nvPr/>
        </p:nvSpPr>
        <p:spPr>
          <a:xfrm>
            <a:off x="611528" y="5770880"/>
            <a:ext cx="10737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main content is divided into 2 part; post-content, posted-content. Both parts come with same format and structure. (Content-Title and Button)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BC957-0A8A-1C7B-4C9A-E4996B49A482}"/>
              </a:ext>
            </a:extLst>
          </p:cNvPr>
          <p:cNvSpPr txBox="1"/>
          <p:nvPr/>
        </p:nvSpPr>
        <p:spPr>
          <a:xfrm>
            <a:off x="7945120" y="1493336"/>
            <a:ext cx="2804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</a:t>
            </a:r>
          </a:p>
          <a:p>
            <a:r>
              <a:rPr lang="en-US" dirty="0"/>
              <a:t>Align-self: center</a:t>
            </a:r>
          </a:p>
          <a:p>
            <a:r>
              <a:rPr lang="en-US" dirty="0"/>
              <a:t>Justify-self: flex-end;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8FE32E-9556-9C21-9910-BEC2066D9484}"/>
              </a:ext>
            </a:extLst>
          </p:cNvPr>
          <p:cNvSpPr txBox="1"/>
          <p:nvPr/>
        </p:nvSpPr>
        <p:spPr>
          <a:xfrm>
            <a:off x="7945120" y="2518370"/>
            <a:ext cx="2804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Content-tile</a:t>
            </a:r>
          </a:p>
          <a:p>
            <a:r>
              <a:rPr lang="en-US" dirty="0"/>
              <a:t>Align-self: center</a:t>
            </a:r>
          </a:p>
          <a:p>
            <a:r>
              <a:rPr lang="en-US" dirty="0"/>
              <a:t>Justify-self: flex-start;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87CCC-4AED-8375-450D-094A5F43A5B8}"/>
              </a:ext>
            </a:extLst>
          </p:cNvPr>
          <p:cNvSpPr txBox="1"/>
          <p:nvPr/>
        </p:nvSpPr>
        <p:spPr>
          <a:xfrm>
            <a:off x="611528" y="2322228"/>
            <a:ext cx="6358232" cy="646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3DFF30-CC7B-4D32-6FDA-E3089083B80D}"/>
              </a:ext>
            </a:extLst>
          </p:cNvPr>
          <p:cNvCxnSpPr>
            <a:cxnSpLocks/>
          </p:cNvCxnSpPr>
          <p:nvPr/>
        </p:nvCxnSpPr>
        <p:spPr>
          <a:xfrm flipV="1">
            <a:off x="6429615" y="1675913"/>
            <a:ext cx="1515505" cy="245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3DEE1A-7BBC-0F79-3A47-60D765833324}"/>
              </a:ext>
            </a:extLst>
          </p:cNvPr>
          <p:cNvCxnSpPr>
            <a:cxnSpLocks/>
          </p:cNvCxnSpPr>
          <p:nvPr/>
        </p:nvCxnSpPr>
        <p:spPr>
          <a:xfrm>
            <a:off x="3032890" y="1943594"/>
            <a:ext cx="4912230" cy="786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76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280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Sothh ?</cp:lastModifiedBy>
  <cp:revision>2</cp:revision>
  <dcterms:created xsi:type="dcterms:W3CDTF">2024-08-04T11:27:57Z</dcterms:created>
  <dcterms:modified xsi:type="dcterms:W3CDTF">2025-11-04T06:15:30Z</dcterms:modified>
</cp:coreProperties>
</file>